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92" r:id="rId4"/>
  </p:sldMasterIdLst>
  <p:notesMasterIdLst>
    <p:notesMasterId r:id="rId9"/>
  </p:notesMasterIdLst>
  <p:handoutMasterIdLst>
    <p:handoutMasterId r:id="rId10"/>
  </p:handoutMasterIdLst>
  <p:sldIdLst>
    <p:sldId id="256" r:id="rId5"/>
    <p:sldId id="257" r:id="rId6"/>
    <p:sldId id="258" r:id="rId7"/>
    <p:sldId id="259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590F08A-5190-4762-B506-DD0FD2D66F98}" v="10" dt="2026-05-04T22:18:19.1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72" autoAdjust="0"/>
    <p:restoredTop sz="94648" autoAdjust="0"/>
  </p:normalViewPr>
  <p:slideViewPr>
    <p:cSldViewPr showGuides="1">
      <p:cViewPr varScale="1">
        <p:scale>
          <a:sx n="78" d="100"/>
          <a:sy n="78" d="100"/>
        </p:scale>
        <p:origin x="878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1892"/>
    </p:cViewPr>
  </p:sorterViewPr>
  <p:notesViewPr>
    <p:cSldViewPr>
      <p:cViewPr varScale="1">
        <p:scale>
          <a:sx n="87" d="100"/>
          <a:sy n="87" d="100"/>
        </p:scale>
        <p:origin x="700" y="6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FFB14B2-CD52-9E84-B3E7-49A90F3A72A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DAE5F9-C39F-2ECF-0C06-D0122807D4B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23FF85-4E34-4546-B772-76DFA4A6051B}" type="datetimeFigureOut">
              <a:rPr lang="en-US" smtClean="0"/>
              <a:t>5/5/2026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7F3243-F9C0-85BE-2E9C-191F612CFE8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EBE2E3-8654-B63F-B7D6-9549069476A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BF7180-4EDD-4E08-9775-7398C11D66E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21430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5CC398-6116-4BD2-9FAD-9822FDA158BE}" type="datetimeFigureOut">
              <a:rPr lang="en-US" smtClean="0"/>
              <a:t>5/5/2026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EFF46E-6B43-41F9-9272-B566D03A25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6440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project focuses on predicting booking cancellations using machine learning models and evaluating their 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EFF46E-6B43-41F9-9272-B566D03A251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3251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Multiple models were trained and evaluated using standard classification metrics to compare 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EFF46E-6B43-41F9-9272-B566D03A251C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1030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606196"/>
            <a:ext cx="4352927" cy="114227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2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29472" y="606196"/>
            <a:ext cx="4352927" cy="1142277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 algn="r">
              <a:lnSpc>
                <a:spcPct val="120000"/>
              </a:lnSpc>
              <a:spcBef>
                <a:spcPts val="0"/>
              </a:spcBef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609600" y="322731"/>
            <a:ext cx="914400" cy="283464"/>
          </a:xfrm>
        </p:spPr>
        <p:txBody>
          <a:bodyPr anchor="ctr"/>
          <a:lstStyle/>
          <a:p>
            <a:fld id="{59722DCF-3C86-4CA9-A79C-7A01DC917267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514600" y="322731"/>
            <a:ext cx="7162800" cy="283464"/>
          </a:xfrm>
        </p:spPr>
        <p:txBody>
          <a:bodyPr anchor="ctr"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668000" y="322731"/>
            <a:ext cx="914399" cy="283464"/>
          </a:xfrm>
        </p:spPr>
        <p:txBody>
          <a:bodyPr anchor="ctr"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0" y="2132520"/>
            <a:ext cx="10972800" cy="411588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6597873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2815CB-5A42-4381-B4B5-1F0A0AD684E0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25444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7" y="4840225"/>
            <a:ext cx="10963658" cy="79965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32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7" y="5845175"/>
            <a:ext cx="10963658" cy="36512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6D2EC77-EDF2-486F-BC40-B49DAB22DB64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1" y="647700"/>
            <a:ext cx="10972800" cy="380847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888061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30569" y="606195"/>
            <a:ext cx="4045735" cy="3998595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2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30569" y="4870174"/>
            <a:ext cx="3755116" cy="1033669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1" y="322731"/>
            <a:ext cx="914400" cy="283464"/>
          </a:xfrm>
        </p:spPr>
        <p:txBody>
          <a:bodyPr anchor="ctr"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62E3648-85D4-4FD7-B855-79C521A61C61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14600" y="322731"/>
            <a:ext cx="7162800" cy="283464"/>
          </a:xfrm>
        </p:spPr>
        <p:txBody>
          <a:bodyPr anchor="ctr"/>
          <a:lstStyle>
            <a:lvl1pPr algn="ctr">
              <a:defRPr/>
            </a:lvl1pPr>
          </a:lstStyle>
          <a:p>
            <a:pPr algn="ctr"/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8000" y="322731"/>
            <a:ext cx="914400" cy="283464"/>
          </a:xfrm>
        </p:spPr>
        <p:txBody>
          <a:bodyPr anchor="ctr"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1A639AF-317A-79DF-3175-64C726EA318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600" y="609600"/>
            <a:ext cx="6534582" cy="56388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0510588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29600" y="1411358"/>
            <a:ext cx="3352800" cy="284556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2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28973" y="4403039"/>
            <a:ext cx="3347330" cy="112312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599" y="322731"/>
            <a:ext cx="914401" cy="286868"/>
          </a:xfrm>
        </p:spPr>
        <p:txBody>
          <a:bodyPr anchor="ctr"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47E6C56-E35A-43C4-BAC8-C635905FE141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14600" y="322731"/>
            <a:ext cx="7162800" cy="286869"/>
          </a:xfrm>
        </p:spPr>
        <p:txBody>
          <a:bodyPr anchor="ctr"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8000" y="322731"/>
            <a:ext cx="914400" cy="286869"/>
          </a:xfrm>
        </p:spPr>
        <p:txBody>
          <a:bodyPr anchor="ctr"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1A639AF-317A-79DF-3175-64C726EA318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599" y="1371600"/>
            <a:ext cx="7239001" cy="48768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7540303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1371600"/>
            <a:ext cx="3892269" cy="3276599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2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5032606"/>
            <a:ext cx="3177209" cy="871237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609600" y="322731"/>
            <a:ext cx="914400" cy="283464"/>
          </a:xfrm>
        </p:spPr>
        <p:txBody>
          <a:bodyPr anchor="ctr"/>
          <a:lstStyle/>
          <a:p>
            <a:fld id="{111FFCFE-B194-4E5A-862C-339E8FEE7136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514600" y="322731"/>
            <a:ext cx="7162800" cy="283464"/>
          </a:xfrm>
        </p:spPr>
        <p:txBody>
          <a:bodyPr anchor="ctr"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668000" y="322731"/>
            <a:ext cx="914399" cy="283464"/>
          </a:xfrm>
        </p:spPr>
        <p:txBody>
          <a:bodyPr anchor="ctr"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11574" y="1371600"/>
            <a:ext cx="6470826" cy="48768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4579197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1371600"/>
            <a:ext cx="10049256" cy="35052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2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6" y="4876800"/>
            <a:ext cx="7769354" cy="137160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EBACA-C806-48AD-B735-075EFFDC0FB5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6425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6" y="1401420"/>
            <a:ext cx="9140954" cy="283672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32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7" y="4622197"/>
            <a:ext cx="7312153" cy="101498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1" y="322731"/>
            <a:ext cx="914400" cy="286869"/>
          </a:xfrm>
        </p:spPr>
        <p:txBody>
          <a:bodyPr/>
          <a:lstStyle/>
          <a:p>
            <a:fld id="{28F25336-016D-4162-B545-E54B089028A6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17649" y="322731"/>
            <a:ext cx="7150608" cy="28686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1904" y="322731"/>
            <a:ext cx="914400" cy="286869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57190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71600"/>
            <a:ext cx="8229600" cy="2567855"/>
          </a:xfrm>
        </p:spPr>
        <p:txBody>
          <a:bodyPr anchor="b">
            <a:normAutofit/>
          </a:bodyPr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375642"/>
            <a:ext cx="7588155" cy="1029310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4DBA1-4626-47FC-856E-159D7E28D490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20696" y="322731"/>
            <a:ext cx="7150608" cy="28686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4627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12648" y="1417671"/>
            <a:ext cx="7909560" cy="483072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3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1F2818-3D93-3C9A-E504-3D8A33F2B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2C3C3-8EE0-4646-AF47-12E3116D59C3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0C970B7-D89D-4042-9AC8-32C22BDD2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7A35D86-D074-E057-C950-943CC0E1C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09652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8066" y="1371600"/>
            <a:ext cx="8470605" cy="104143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52E1C-7EB3-405E-81B2-32E332CACA0F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" y="2797083"/>
            <a:ext cx="8470605" cy="3451317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1400"/>
            </a:lvl1pPr>
            <a:lvl2pPr marL="685800" indent="-457200">
              <a:buFont typeface="+mj-lt"/>
              <a:buAutoNum type="arabicPeriod"/>
              <a:defRPr sz="1400"/>
            </a:lvl2pPr>
            <a:lvl3pPr marL="800100" indent="-342900">
              <a:buFont typeface="+mj-lt"/>
              <a:buAutoNum type="arabicPeriod"/>
              <a:defRPr sz="1400"/>
            </a:lvl3pPr>
            <a:lvl4pPr marL="1028700" indent="-342900">
              <a:buFont typeface="+mj-lt"/>
              <a:buAutoNum type="arabicPeriod"/>
              <a:defRPr sz="14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88013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9795" y="1371600"/>
            <a:ext cx="5916508" cy="1052105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1" y="322731"/>
            <a:ext cx="914400" cy="283464"/>
          </a:xfrm>
        </p:spPr>
        <p:txBody>
          <a:bodyPr/>
          <a:lstStyle/>
          <a:p>
            <a:fld id="{1FE93670-5DDA-427C-9657-21A216413B90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8000" y="322731"/>
            <a:ext cx="908304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D26684C-23E4-F6A1-5A03-70AE7BEA72C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600" y="1371599"/>
            <a:ext cx="4663806" cy="4876801"/>
          </a:xfrm>
          <a:custGeom>
            <a:avLst/>
            <a:gdLst>
              <a:gd name="connsiteX0" fmla="*/ 0 w 4565591"/>
              <a:gd name="connsiteY0" fmla="*/ 0 h 6858000"/>
              <a:gd name="connsiteX1" fmla="*/ 4565591 w 4565591"/>
              <a:gd name="connsiteY1" fmla="*/ 0 h 6858000"/>
              <a:gd name="connsiteX2" fmla="*/ 4565591 w 4565591"/>
              <a:gd name="connsiteY2" fmla="*/ 6858000 h 6858000"/>
              <a:gd name="connsiteX3" fmla="*/ 0 w 456559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5591" h="6858000">
                <a:moveTo>
                  <a:pt x="0" y="0"/>
                </a:moveTo>
                <a:lnTo>
                  <a:pt x="4565591" y="0"/>
                </a:lnTo>
                <a:lnTo>
                  <a:pt x="4565591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59796" y="2807753"/>
            <a:ext cx="5916507" cy="3440647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1400"/>
            </a:lvl1pPr>
            <a:lvl2pPr marL="571500" indent="-342900">
              <a:buFont typeface="+mj-lt"/>
              <a:buAutoNum type="arabicPeriod"/>
              <a:defRPr sz="1400"/>
            </a:lvl2pPr>
            <a:lvl3pPr marL="800100" indent="-342900">
              <a:buFont typeface="+mj-lt"/>
              <a:buAutoNum type="arabicPeriod"/>
              <a:defRPr sz="14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75858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31" y="1371600"/>
            <a:ext cx="2441448" cy="4876800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Date Placeholder 2">
            <a:extLst>
              <a:ext uri="{FF2B5EF4-FFF2-40B4-BE49-F238E27FC236}">
                <a16:creationId xmlns:a16="http://schemas.microsoft.com/office/drawing/2014/main" id="{4C796253-2EF8-E90A-A94F-8CFC6E39EE4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1" y="322731"/>
            <a:ext cx="914400" cy="286869"/>
          </a:xfrm>
        </p:spPr>
        <p:txBody>
          <a:bodyPr/>
          <a:lstStyle/>
          <a:p>
            <a:fld id="{88F73B11-D0F5-4A08-A19E-C560E2C4116F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14600" y="322731"/>
            <a:ext cx="7162800" cy="28686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8000" y="322731"/>
            <a:ext cx="908304" cy="286869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D26684C-23E4-F6A1-5A03-70AE7BEA72C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460625" y="1371599"/>
            <a:ext cx="5272821" cy="4876801"/>
          </a:xfrm>
          <a:custGeom>
            <a:avLst/>
            <a:gdLst>
              <a:gd name="connsiteX0" fmla="*/ 0 w 4565591"/>
              <a:gd name="connsiteY0" fmla="*/ 0 h 6858000"/>
              <a:gd name="connsiteX1" fmla="*/ 4565591 w 4565591"/>
              <a:gd name="connsiteY1" fmla="*/ 0 h 6858000"/>
              <a:gd name="connsiteX2" fmla="*/ 4565591 w 4565591"/>
              <a:gd name="connsiteY2" fmla="*/ 6858000 h 6858000"/>
              <a:gd name="connsiteX3" fmla="*/ 0 w 456559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5591" h="6858000">
                <a:moveTo>
                  <a:pt x="0" y="0"/>
                </a:moveTo>
                <a:lnTo>
                  <a:pt x="4565591" y="0"/>
                </a:lnTo>
                <a:lnTo>
                  <a:pt x="4565591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4856" y="1371600"/>
            <a:ext cx="2441448" cy="4876800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1400"/>
            </a:lvl1pPr>
            <a:lvl2pPr marL="571500" indent="-342900">
              <a:buFont typeface="+mj-lt"/>
              <a:buAutoNum type="arabicPeriod"/>
              <a:defRPr sz="1400"/>
            </a:lvl2pPr>
            <a:lvl3pPr marL="800100" indent="-342900">
              <a:buFont typeface="+mj-lt"/>
              <a:buAutoNum type="arabicPeriod"/>
              <a:defRPr sz="14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19576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0911" y="2133600"/>
            <a:ext cx="6623436" cy="1070776"/>
          </a:xfrm>
        </p:spPr>
        <p:txBody>
          <a:bodyPr anchor="b">
            <a:normAutofit/>
          </a:bodyPr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61C04-CC91-4AAF-9006-A3A27BF33173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68786" y="3588424"/>
            <a:ext cx="4659735" cy="1645198"/>
          </a:xfrm>
        </p:spPr>
        <p:txBody>
          <a:bodyPr/>
          <a:lstStyle>
            <a:lvl1pPr marL="0" indent="0" algn="ctr">
              <a:buNone/>
              <a:defRPr/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85800" indent="0" algn="ctr">
              <a:buNone/>
              <a:defRPr/>
            </a:lvl4pPr>
            <a:lvl5pPr marL="914400" indent="0" algn="ctr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19984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3291" y="1373986"/>
            <a:ext cx="3493858" cy="3456894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EDACB-E986-4E04-ADB1-8913384D68D3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373986"/>
            <a:ext cx="4956175" cy="34612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03557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388700"/>
            <a:ext cx="3923455" cy="4083580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38E35-CB21-4D15-A87F-675D4C9EDCA4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22181" y="1389134"/>
            <a:ext cx="6279220" cy="40835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931236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1371600"/>
            <a:ext cx="3496147" cy="4876800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1CA9EE-AFE9-47E0-9F22-915E0A45E5AF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94872" y="1371600"/>
            <a:ext cx="7081431" cy="4876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895972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371600"/>
            <a:ext cx="3349754" cy="2721451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322731"/>
            <a:ext cx="914400" cy="286869"/>
          </a:xfrm>
        </p:spPr>
        <p:txBody>
          <a:bodyPr/>
          <a:lstStyle/>
          <a:p>
            <a:fld id="{7C504BF7-6B14-4333-B52B-ADBC1BCF47B5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343402" y="1371600"/>
            <a:ext cx="7232901" cy="5181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909478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371600"/>
            <a:ext cx="4352926" cy="766774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84DE9B9-A2D7-1C5E-03A8-327B24C29F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029" y="2522423"/>
            <a:ext cx="4328497" cy="370057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322731"/>
            <a:ext cx="914400" cy="286869"/>
          </a:xfrm>
        </p:spPr>
        <p:txBody>
          <a:bodyPr/>
          <a:lstStyle/>
          <a:p>
            <a:fld id="{C1C21BA4-3737-442B-A21A-11EEBBB51C57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2449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0289" y="1371601"/>
            <a:ext cx="6632111" cy="60688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09600" y="322731"/>
            <a:ext cx="914400" cy="283464"/>
          </a:xfrm>
        </p:spPr>
        <p:txBody>
          <a:bodyPr/>
          <a:lstStyle/>
          <a:p>
            <a:fld id="{8EF3DE08-A0D1-4FD8-A862-5499266B124D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61904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F6718FE-EF5C-5023-A98D-91BFEF2C033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0" y="1371599"/>
            <a:ext cx="3950854" cy="4876801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50290" y="2362534"/>
            <a:ext cx="6626014" cy="39015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830340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371599"/>
            <a:ext cx="6632111" cy="60688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09600" y="322731"/>
            <a:ext cx="914400" cy="283464"/>
          </a:xfrm>
        </p:spPr>
        <p:txBody>
          <a:bodyPr/>
          <a:lstStyle/>
          <a:p>
            <a:fld id="{6C5A15EF-D72C-40D5-8663-2C77F9B42EC1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514600" y="322731"/>
            <a:ext cx="7162799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53334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2362534"/>
            <a:ext cx="6631984" cy="38858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Picture Placeholder 13">
            <a:extLst>
              <a:ext uri="{FF2B5EF4-FFF2-40B4-BE49-F238E27FC236}">
                <a16:creationId xmlns:a16="http://schemas.microsoft.com/office/drawing/2014/main" id="{D62B7BD4-B0D6-F90A-8AD2-9FA1574A17A8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7616880" y="1371599"/>
            <a:ext cx="3950854" cy="4876801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76880945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0118" y="1371600"/>
            <a:ext cx="7172282" cy="606886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09600" y="322731"/>
            <a:ext cx="914400" cy="283464"/>
          </a:xfrm>
        </p:spPr>
        <p:txBody>
          <a:bodyPr/>
          <a:lstStyle/>
          <a:p>
            <a:fld id="{D56F8A71-DDE0-43CA-81C3-EA9C4963E6AE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68000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0" y="1371600"/>
            <a:ext cx="3413760" cy="48768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10118" y="2362534"/>
            <a:ext cx="7172282" cy="388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258212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1371600"/>
            <a:ext cx="7166187" cy="606886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09600" y="322731"/>
            <a:ext cx="914400" cy="283464"/>
          </a:xfrm>
        </p:spPr>
        <p:txBody>
          <a:bodyPr/>
          <a:lstStyle/>
          <a:p>
            <a:fld id="{E525A034-19B5-40C2-A08C-916D805B8A45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64953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2362534"/>
            <a:ext cx="7166188" cy="388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3B8151E2-ED8A-E9B1-A83A-CF01A37B5F9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65593" y="1373529"/>
            <a:ext cx="3413760" cy="48768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2623733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04077" y="1371599"/>
            <a:ext cx="4667987" cy="606887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4">
            <a:extLst>
              <a:ext uri="{FF2B5EF4-FFF2-40B4-BE49-F238E27FC236}">
                <a16:creationId xmlns:a16="http://schemas.microsoft.com/office/drawing/2014/main" id="{ADD95619-B63B-77E6-BE04-262FAAD12C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322731"/>
            <a:ext cx="914400" cy="283464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2C5EE04-1B51-44BB-A7D3-16AEE79C4983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8001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599" y="1371600"/>
            <a:ext cx="5882642" cy="48768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906805" y="2362535"/>
            <a:ext cx="4675596" cy="388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773455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1371600"/>
            <a:ext cx="4700225" cy="606887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Date Placeholder 4">
            <a:extLst>
              <a:ext uri="{FF2B5EF4-FFF2-40B4-BE49-F238E27FC236}">
                <a16:creationId xmlns:a16="http://schemas.microsoft.com/office/drawing/2014/main" id="{84676EBB-6E0A-AD72-143B-39A640FF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322731"/>
            <a:ext cx="914400" cy="28346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9D7598-9667-4FA1-B20E-133F7DF30C66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14600" y="322731"/>
            <a:ext cx="7162800" cy="283464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8000" y="322731"/>
            <a:ext cx="914400" cy="283464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362534"/>
            <a:ext cx="4700225" cy="388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87DB94FD-8F2A-F0DB-71EB-3565077D4A2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699758" y="1371600"/>
            <a:ext cx="5882642" cy="48768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94044004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63" y="1371599"/>
            <a:ext cx="3363514" cy="914401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CBA07C19-A01D-B0B9-930B-9E9E7D2E653C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09600" y="322731"/>
            <a:ext cx="914400" cy="283464"/>
          </a:xfrm>
        </p:spPr>
        <p:txBody>
          <a:bodyPr/>
          <a:lstStyle/>
          <a:p>
            <a:fld id="{E0F4D2D3-E754-452C-996E-A69280848F28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514600" y="322731"/>
            <a:ext cx="7162799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61903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0" y="1371600"/>
            <a:ext cx="7197978" cy="48768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18887" y="2670047"/>
            <a:ext cx="3363513" cy="35783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741914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697" y="1371599"/>
            <a:ext cx="3363513" cy="914401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09600" y="322731"/>
            <a:ext cx="914400" cy="283464"/>
          </a:xfrm>
        </p:spPr>
        <p:txBody>
          <a:bodyPr/>
          <a:lstStyle/>
          <a:p>
            <a:fld id="{17A20D89-EAE3-437D-A562-62F383E1F1E4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61776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825" y="2670047"/>
            <a:ext cx="3363386" cy="35783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158FD965-81B2-7E47-FC2D-2FFFA61C3D06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378198" y="1371600"/>
            <a:ext cx="7197978" cy="48768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14627854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88061" y="1371600"/>
            <a:ext cx="2699254" cy="183650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322731"/>
            <a:ext cx="914400" cy="283464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481F196-B1D0-4451-BD57-0DCCBF9A6C9D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14601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8001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5697" y="1371600"/>
            <a:ext cx="7885606" cy="48768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83147" y="3592150"/>
            <a:ext cx="2699254" cy="265625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438002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697" y="1371600"/>
            <a:ext cx="2699254" cy="1858941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322731"/>
            <a:ext cx="914400" cy="283464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2505D57-3CC9-48CD-A7D7-2BE3E605D0A5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8000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6691" y="3592150"/>
            <a:ext cx="2693346" cy="265625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9">
            <a:extLst>
              <a:ext uri="{FF2B5EF4-FFF2-40B4-BE49-F238E27FC236}">
                <a16:creationId xmlns:a16="http://schemas.microsoft.com/office/drawing/2014/main" id="{7A8F660F-60A6-785B-047B-B48856C7BBF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696794" y="1371600"/>
            <a:ext cx="7885606" cy="48768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2640094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5012267"/>
            <a:ext cx="4019522" cy="1236133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4">
            <a:extLst>
              <a:ext uri="{FF2B5EF4-FFF2-40B4-BE49-F238E27FC236}">
                <a16:creationId xmlns:a16="http://schemas.microsoft.com/office/drawing/2014/main" id="{2D9E4C7C-63E4-6DA5-5108-15D4DA6D060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322731"/>
            <a:ext cx="914400" cy="286869"/>
          </a:xfrm>
        </p:spPr>
        <p:txBody>
          <a:bodyPr/>
          <a:lstStyle/>
          <a:p>
            <a:fld id="{3F2E167B-0B78-4B36-8A57-49085AADF134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599" y="1371600"/>
            <a:ext cx="10966705" cy="3256619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8927" y="5012267"/>
            <a:ext cx="6563474" cy="1236133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324698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4205330"/>
            <a:ext cx="3044954" cy="2019586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4">
            <a:extLst>
              <a:ext uri="{FF2B5EF4-FFF2-40B4-BE49-F238E27FC236}">
                <a16:creationId xmlns:a16="http://schemas.microsoft.com/office/drawing/2014/main" id="{E59D63EA-A363-194D-0D29-EB63BC89E3E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322731"/>
            <a:ext cx="914400" cy="286869"/>
          </a:xfrm>
        </p:spPr>
        <p:txBody>
          <a:bodyPr/>
          <a:lstStyle/>
          <a:p>
            <a:fld id="{B9462E82-6E33-4AEF-AE7B-DF7C6F462D56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599" y="1371600"/>
            <a:ext cx="10966705" cy="2449683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44358" y="4205331"/>
            <a:ext cx="7538041" cy="201958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856807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390892"/>
            <a:ext cx="3021873" cy="177354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322731"/>
            <a:ext cx="914400" cy="283464"/>
          </a:xfrm>
        </p:spPr>
        <p:txBody>
          <a:bodyPr/>
          <a:lstStyle/>
          <a:p>
            <a:fld id="{83BF6E84-C156-49F4-8E82-3F8A64544B22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8000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22370" y="1390891"/>
            <a:ext cx="7460029" cy="233045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DB92F6E-55FC-C88B-734D-26D3B9923E6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599" y="4127577"/>
            <a:ext cx="10972801" cy="2120823"/>
          </a:xfrm>
          <a:custGeom>
            <a:avLst/>
            <a:gdLst>
              <a:gd name="connsiteX0" fmla="*/ 0 w 12192000"/>
              <a:gd name="connsiteY0" fmla="*/ 0 h 3221477"/>
              <a:gd name="connsiteX1" fmla="*/ 12192000 w 12192000"/>
              <a:gd name="connsiteY1" fmla="*/ 0 h 3221477"/>
              <a:gd name="connsiteX2" fmla="*/ 12192000 w 12192000"/>
              <a:gd name="connsiteY2" fmla="*/ 3221477 h 3221477"/>
              <a:gd name="connsiteX3" fmla="*/ 0 w 12192000"/>
              <a:gd name="connsiteY3" fmla="*/ 3221477 h 3221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221477">
                <a:moveTo>
                  <a:pt x="0" y="0"/>
                </a:moveTo>
                <a:lnTo>
                  <a:pt x="12192000" y="0"/>
                </a:lnTo>
                <a:lnTo>
                  <a:pt x="12192000" y="3221477"/>
                </a:lnTo>
                <a:lnTo>
                  <a:pt x="0" y="3221477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4064926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371600"/>
            <a:ext cx="10969753" cy="745559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09600" y="322731"/>
            <a:ext cx="914400" cy="283464"/>
          </a:xfrm>
        </p:spPr>
        <p:txBody>
          <a:bodyPr/>
          <a:lstStyle/>
          <a:p>
            <a:fld id="{001F9C0A-11C5-40F2-BD0E-27AA70E2625D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64952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2501206"/>
            <a:ext cx="4513079" cy="3747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6F64025-FA05-CC42-8294-F944BC95DD0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512485" y="2501206"/>
            <a:ext cx="6066867" cy="3747194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58859096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371600"/>
            <a:ext cx="10969753" cy="745560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09600" y="322731"/>
            <a:ext cx="914400" cy="283464"/>
          </a:xfrm>
        </p:spPr>
        <p:txBody>
          <a:bodyPr/>
          <a:lstStyle/>
          <a:p>
            <a:fld id="{9CDFB84F-677F-480D-99C2-22BB3A82E4AD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67999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2501206"/>
            <a:ext cx="4931835" cy="3747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1A5194B-746E-D0FD-A7D1-71D10560BCC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31240" y="2501206"/>
            <a:ext cx="5651159" cy="3747194"/>
          </a:xfrm>
          <a:custGeom>
            <a:avLst/>
            <a:gdLst>
              <a:gd name="connsiteX0" fmla="*/ 0 w 5560101"/>
              <a:gd name="connsiteY0" fmla="*/ 0 h 4074407"/>
              <a:gd name="connsiteX1" fmla="*/ 5560101 w 5560101"/>
              <a:gd name="connsiteY1" fmla="*/ 0 h 4074407"/>
              <a:gd name="connsiteX2" fmla="*/ 5560101 w 5560101"/>
              <a:gd name="connsiteY2" fmla="*/ 4074407 h 4074407"/>
              <a:gd name="connsiteX3" fmla="*/ 0 w 5560101"/>
              <a:gd name="connsiteY3" fmla="*/ 4074407 h 40744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60101" h="4074407">
                <a:moveTo>
                  <a:pt x="0" y="0"/>
                </a:moveTo>
                <a:lnTo>
                  <a:pt x="5560101" y="0"/>
                </a:lnTo>
                <a:lnTo>
                  <a:pt x="5560101" y="4074407"/>
                </a:lnTo>
                <a:lnTo>
                  <a:pt x="0" y="4074407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27898892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371600"/>
            <a:ext cx="10969753" cy="74555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09600" y="322731"/>
            <a:ext cx="914400" cy="283464"/>
          </a:xfrm>
        </p:spPr>
        <p:txBody>
          <a:bodyPr/>
          <a:lstStyle/>
          <a:p>
            <a:fld id="{1C640349-FC90-47D1-9F46-4D34EA792223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68000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95AEE073-61C4-86E8-2CDD-336E22094FD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12647" y="2501206"/>
            <a:ext cx="6066867" cy="3747194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BB848C29-CF42-98B7-D019-4F384E06AD99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7069321" y="2501206"/>
            <a:ext cx="4513079" cy="3747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40425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1371600"/>
            <a:ext cx="4675633" cy="990600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87C5F-6A61-4864-9518-A5514F3191A0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0" y="2746246"/>
            <a:ext cx="4675632" cy="3502153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712502" y="1371600"/>
            <a:ext cx="5869899" cy="4876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6287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371600"/>
            <a:ext cx="3425954" cy="917450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5669B-9B51-4A21-90C8-BB2E110B3FD6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1" y="2673096"/>
            <a:ext cx="3429000" cy="3575303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25359" y="1371600"/>
            <a:ext cx="7152279" cy="4876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685367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371600"/>
            <a:ext cx="10969753" cy="39922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09600" y="322731"/>
            <a:ext cx="914400" cy="283464"/>
          </a:xfrm>
        </p:spPr>
        <p:txBody>
          <a:bodyPr/>
          <a:lstStyle/>
          <a:p>
            <a:fld id="{524A6D49-9F84-4D2B-BCDD-C2F0AED64BFE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68000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95AEE073-61C4-86E8-2CDD-336E22094FD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12647" y="2154876"/>
            <a:ext cx="8499719" cy="4093524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15F7C753-E8D9-F006-4FC2-8BA2C55187F2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9496414" y="2154876"/>
            <a:ext cx="2085986" cy="4093524"/>
          </a:xfrm>
        </p:spPr>
        <p:txBody>
          <a:bodyPr anchor="t"/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349323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371600"/>
            <a:ext cx="10969753" cy="39922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09600" y="322731"/>
            <a:ext cx="914400" cy="283464"/>
          </a:xfrm>
        </p:spPr>
        <p:txBody>
          <a:bodyPr/>
          <a:lstStyle/>
          <a:p>
            <a:fld id="{275F2D28-3585-40CA-9EB9-F9971C1AA1E0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68000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B8BA6868-FD5D-17A2-6CAE-853852E870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599" y="2169506"/>
            <a:ext cx="10966705" cy="329251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15F7C753-E8D9-F006-4FC2-8BA2C55187F2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09600" y="5846064"/>
            <a:ext cx="10972800" cy="402336"/>
          </a:xfrm>
        </p:spPr>
        <p:txBody>
          <a:bodyPr anchor="b"/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909776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199" y="5325034"/>
            <a:ext cx="9762068" cy="916369"/>
          </a:xfrm>
        </p:spPr>
        <p:txBody>
          <a:bodyPr anchor="b">
            <a:normAutofit/>
          </a:bodyPr>
          <a:lstStyle>
            <a:lvl1pPr algn="ctr">
              <a:lnSpc>
                <a:spcPct val="110000"/>
              </a:lnSpc>
              <a:defRPr sz="2400" b="1" i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fld id="{E73000B7-56E6-4A26-8487-963BD31161AF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600" y="914400"/>
            <a:ext cx="10972800" cy="4105835"/>
          </a:xfrm>
        </p:spPr>
        <p:txBody>
          <a:bodyPr anchor="t">
            <a:normAutofit/>
          </a:bodyPr>
          <a:lstStyle>
            <a:lvl1pPr marL="0" indent="0" algn="ctr">
              <a:lnSpc>
                <a:spcPct val="90000"/>
              </a:lnSpc>
              <a:buNone/>
              <a:defRPr sz="275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8513456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37F0C99-9A58-96BA-B51F-4BEDCF1AA1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1" y="5257802"/>
            <a:ext cx="10052304" cy="990598"/>
          </a:xfrm>
        </p:spPr>
        <p:txBody>
          <a:bodyPr/>
          <a:lstStyle>
            <a:lvl1pPr>
              <a:lnSpc>
                <a:spcPct val="110000"/>
              </a:lnSpc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fld id="{6C671BD4-4E81-464B-A994-00077AEC80C3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859DF22-2D22-B432-1B7E-1CCD6DA9C57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9600" y="904875"/>
            <a:ext cx="10052050" cy="4038600"/>
          </a:xfrm>
        </p:spPr>
        <p:txBody>
          <a:bodyPr anchor="t"/>
          <a:lstStyle>
            <a:lvl1pPr>
              <a:lnSpc>
                <a:spcPct val="90000"/>
              </a:lnSpc>
              <a:buNone/>
              <a:defRPr sz="30000"/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391933538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69E00404-475A-8BBB-C6CE-9106DE692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67800" y="3962400"/>
            <a:ext cx="2514599" cy="2285999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fld id="{78216DC3-F1E3-4679-A7A7-118C827BFDD8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97D4B19F-6F49-D42F-E0D8-B04A3786655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9600" y="904875"/>
            <a:ext cx="8077200" cy="5343524"/>
          </a:xfrm>
        </p:spPr>
        <p:txBody>
          <a:bodyPr anchor="t"/>
          <a:lstStyle>
            <a:lvl1pPr>
              <a:lnSpc>
                <a:spcPct val="90000"/>
              </a:lnSpc>
              <a:buNone/>
              <a:defRPr sz="27500"/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2554329476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fld id="{2D412A9A-F88E-45C5-903F-2119D36A77A2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600" y="1371600"/>
            <a:ext cx="10972800" cy="4876800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3200" b="1" cap="all" baseline="0">
                <a:solidFill>
                  <a:schemeClr val="tx1"/>
                </a:solidFill>
                <a:latin typeface="+mj-lt"/>
              </a:defRPr>
            </a:lvl1pPr>
            <a:lvl2pPr marL="228600" indent="0">
              <a:lnSpc>
                <a:spcPct val="90000"/>
              </a:lnSpc>
              <a:buNone/>
              <a:defRPr sz="3200" b="1" cap="all" baseline="0">
                <a:solidFill>
                  <a:schemeClr val="tx1"/>
                </a:solidFill>
                <a:latin typeface="+mj-lt"/>
              </a:defRPr>
            </a:lvl2pPr>
            <a:lvl3pPr marL="457200" indent="0">
              <a:lnSpc>
                <a:spcPct val="90000"/>
              </a:lnSpc>
              <a:buNone/>
              <a:defRPr sz="3200" b="1" cap="all" baseline="0">
                <a:solidFill>
                  <a:schemeClr val="tx1"/>
                </a:solidFill>
                <a:latin typeface="+mj-lt"/>
              </a:defRPr>
            </a:lvl3pPr>
            <a:lvl4pPr marL="685800" indent="0">
              <a:lnSpc>
                <a:spcPct val="90000"/>
              </a:lnSpc>
              <a:buNone/>
              <a:defRPr sz="3200" b="1" cap="all" baseline="0">
                <a:solidFill>
                  <a:schemeClr val="tx1"/>
                </a:solidFill>
                <a:latin typeface="+mj-lt"/>
              </a:defRPr>
            </a:lvl4pPr>
            <a:lvl5pPr marL="914400" indent="0">
              <a:lnSpc>
                <a:spcPct val="90000"/>
              </a:lnSpc>
              <a:buNone/>
              <a:defRPr sz="3200" b="1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81965512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9AC46E-311C-49B6-8A0E-D2095F2328AF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371600"/>
            <a:ext cx="10969752" cy="4876800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2400" b="1" cap="all" baseline="0">
                <a:solidFill>
                  <a:schemeClr val="tx1"/>
                </a:solidFill>
                <a:latin typeface="+mj-lt"/>
              </a:defRPr>
            </a:lvl1pPr>
            <a:lvl2pPr marL="228600" indent="0">
              <a:lnSpc>
                <a:spcPct val="90000"/>
              </a:lnSpc>
              <a:buNone/>
              <a:defRPr sz="2400" b="1" cap="all" baseline="0">
                <a:solidFill>
                  <a:schemeClr val="tx1"/>
                </a:solidFill>
                <a:latin typeface="+mj-lt"/>
              </a:defRPr>
            </a:lvl2pPr>
            <a:lvl3pPr marL="457200" indent="0">
              <a:lnSpc>
                <a:spcPct val="90000"/>
              </a:lnSpc>
              <a:buNone/>
              <a:defRPr sz="2400" b="1" cap="all" baseline="0">
                <a:solidFill>
                  <a:schemeClr val="tx1"/>
                </a:solidFill>
                <a:latin typeface="+mj-lt"/>
              </a:defRPr>
            </a:lvl3pPr>
            <a:lvl4pPr marL="685800" indent="0">
              <a:lnSpc>
                <a:spcPct val="90000"/>
              </a:lnSpc>
              <a:buNone/>
              <a:defRPr sz="2400" b="1" cap="all" baseline="0">
                <a:solidFill>
                  <a:schemeClr val="tx1"/>
                </a:solidFill>
                <a:latin typeface="+mj-lt"/>
              </a:defRPr>
            </a:lvl4pPr>
            <a:lvl5pPr marL="914400" indent="0">
              <a:lnSpc>
                <a:spcPct val="90000"/>
              </a:lnSpc>
              <a:buNone/>
              <a:defRPr sz="2400" b="1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713674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C4F10A1-07E0-4636-B3BE-AE66FBE8467A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371600"/>
            <a:ext cx="10969752" cy="4876800"/>
          </a:xfrm>
        </p:spPr>
        <p:txBody>
          <a:bodyPr anchor="t">
            <a:normAutofit/>
          </a:bodyPr>
          <a:lstStyle>
            <a:lvl1pPr marL="0" indent="0" algn="ctr">
              <a:lnSpc>
                <a:spcPct val="90000"/>
              </a:lnSpc>
              <a:buNone/>
              <a:defRPr sz="3600" b="1" cap="all" baseline="0">
                <a:solidFill>
                  <a:schemeClr val="tx1"/>
                </a:solidFill>
                <a:latin typeface="+mj-lt"/>
              </a:defRPr>
            </a:lvl1pPr>
            <a:lvl2pPr marL="228600" indent="0" algn="ctr">
              <a:lnSpc>
                <a:spcPct val="90000"/>
              </a:lnSpc>
              <a:buNone/>
              <a:defRPr sz="3600" b="1" cap="all" baseline="0">
                <a:solidFill>
                  <a:schemeClr val="tx1"/>
                </a:solidFill>
                <a:latin typeface="+mj-lt"/>
              </a:defRPr>
            </a:lvl2pPr>
            <a:lvl3pPr marL="457200" indent="0" algn="ctr">
              <a:lnSpc>
                <a:spcPct val="90000"/>
              </a:lnSpc>
              <a:buNone/>
              <a:defRPr sz="3600" b="1" cap="all" baseline="0">
                <a:solidFill>
                  <a:schemeClr val="tx1"/>
                </a:solidFill>
                <a:latin typeface="+mj-lt"/>
              </a:defRPr>
            </a:lvl3pPr>
            <a:lvl4pPr marL="685800" indent="0" algn="ctr">
              <a:lnSpc>
                <a:spcPct val="90000"/>
              </a:lnSpc>
              <a:buNone/>
              <a:defRPr sz="3600" b="1" cap="all" baseline="0">
                <a:solidFill>
                  <a:schemeClr val="tx1"/>
                </a:solidFill>
                <a:latin typeface="+mj-lt"/>
              </a:defRPr>
            </a:lvl4pPr>
            <a:lvl5pPr marL="914400" indent="0" algn="ctr">
              <a:lnSpc>
                <a:spcPct val="90000"/>
              </a:lnSpc>
              <a:buNone/>
              <a:defRPr sz="3600" b="1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1363139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5572631"/>
            <a:ext cx="10966704" cy="640080"/>
          </a:xfr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240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567E4DBA-3642-44F7-A1E0-3D9BCA1A53C6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600" y="1371600"/>
            <a:ext cx="10966704" cy="3806142"/>
          </a:xfrm>
        </p:spPr>
        <p:txBody>
          <a:bodyPr anchor="t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32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1656540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4000" y="5561790"/>
            <a:ext cx="9137903" cy="686610"/>
          </a:xfrm>
        </p:spPr>
        <p:txBody>
          <a:bodyPr anchor="b">
            <a:normAutofit/>
          </a:bodyPr>
          <a:lstStyle>
            <a:lvl1pPr algn="r">
              <a:lnSpc>
                <a:spcPct val="120000"/>
              </a:lnSpc>
              <a:defRPr sz="240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fld id="{5F8CD485-684D-4C35-BDF2-D991DF8FFCA1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371600"/>
            <a:ext cx="9144000" cy="3806142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99076297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07468" y="5561790"/>
            <a:ext cx="5954436" cy="686610"/>
          </a:xfrm>
        </p:spPr>
        <p:txBody>
          <a:bodyPr anchor="b">
            <a:normAutofit/>
          </a:bodyPr>
          <a:lstStyle>
            <a:lvl1pPr algn="r">
              <a:lnSpc>
                <a:spcPct val="120000"/>
              </a:lnSpc>
              <a:defRPr sz="2000" b="1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3CE2A531-A855-4FC2-83C9-7F8A2FC0A7A9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388534"/>
            <a:ext cx="9137904" cy="3789208"/>
          </a:xfrm>
        </p:spPr>
        <p:txBody>
          <a:bodyPr anchor="t">
            <a:normAutofit/>
          </a:bodyPr>
          <a:lstStyle>
            <a:lvl1pPr marL="164592" indent="-164592">
              <a:lnSpc>
                <a:spcPct val="110000"/>
              </a:lnSpc>
              <a:spcBef>
                <a:spcPts val="0"/>
              </a:spcBef>
              <a:buNone/>
              <a:defRPr sz="3200" b="1" i="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365398540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0168559-22AF-9500-1ED0-9B034424F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371600"/>
            <a:ext cx="10969752" cy="74555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01B9D-4D4C-40F1-8133-7CADC817E0C1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17648" y="322731"/>
            <a:ext cx="7150608" cy="28686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600" y="2501207"/>
            <a:ext cx="5289973" cy="37471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86331" y="2501206"/>
            <a:ext cx="5289973" cy="37471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801282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380CBD81-BF35-3FFE-84F1-E86AACCAD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371600"/>
            <a:ext cx="10745788" cy="74555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F4366-C1D4-4687-A56C-18AD97870CFF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255322"/>
            <a:ext cx="5289972" cy="554724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600" y="2948211"/>
            <a:ext cx="5289972" cy="3300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6330" y="2255322"/>
            <a:ext cx="5289974" cy="554724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832" y="2948211"/>
            <a:ext cx="5302568" cy="3300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5468168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371600"/>
            <a:ext cx="10963656" cy="74555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260159-51DF-49CB-B647-76DC93F9005D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014749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B478A-2183-4725-BFFE-F5022B99B7BE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735056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371600"/>
            <a:ext cx="3801195" cy="1219200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07116-79D5-4961-A943-953BCFEA97DD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7" y="2974848"/>
            <a:ext cx="3801195" cy="32735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00600" y="1371600"/>
            <a:ext cx="6774366" cy="48768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589787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371600"/>
            <a:ext cx="3595634" cy="312420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55BE2D-D64B-4B05-B6D8-FA0500749FF9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4800600"/>
            <a:ext cx="3595634" cy="1460174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4584991" y="1371600"/>
            <a:ext cx="6997410" cy="48768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66379863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371600"/>
            <a:ext cx="10972800" cy="1865376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ABD5A60-72B7-4332-B4B3-40B2CC6142CE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621024"/>
            <a:ext cx="10972800" cy="2627376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44907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627318"/>
            <a:ext cx="8430767" cy="1842020"/>
          </a:xfr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DE2B004-0AA0-4203-BDB3-16A698CB99F9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3870748"/>
            <a:ext cx="8430639" cy="1608008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 marL="228600" indent="0">
              <a:buNone/>
              <a:defRPr sz="1400">
                <a:solidFill>
                  <a:schemeClr val="tx1"/>
                </a:solidFill>
              </a:defRPr>
            </a:lvl2pPr>
            <a:lvl3pPr marL="457200" indent="0">
              <a:buNone/>
              <a:defRPr sz="1400">
                <a:solidFill>
                  <a:schemeClr val="tx1"/>
                </a:solidFill>
              </a:defRPr>
            </a:lvl3pPr>
            <a:lvl4pPr marL="685800" indent="0">
              <a:buNone/>
              <a:defRPr sz="1400">
                <a:solidFill>
                  <a:schemeClr val="tx1"/>
                </a:solidFill>
              </a:defRPr>
            </a:lvl4pPr>
            <a:lvl5pPr marL="914400" indent="0">
              <a:buNone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91270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381760"/>
            <a:ext cx="10972799" cy="7354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501206"/>
            <a:ext cx="10966703" cy="37224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" y="322731"/>
            <a:ext cx="914400" cy="2868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10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135AEAE7-3C36-4273-AC18-E54349BDD515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7648" y="322731"/>
            <a:ext cx="7150608" cy="2868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rtl="0">
              <a:defRPr sz="10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61904" y="322731"/>
            <a:ext cx="914400" cy="2868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10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508555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47" r:id="rId1"/>
    <p:sldLayoutId id="2147483894" r:id="rId2"/>
    <p:sldLayoutId id="2147483893" r:id="rId3"/>
    <p:sldLayoutId id="2147483895" r:id="rId4"/>
    <p:sldLayoutId id="2147483896" r:id="rId5"/>
    <p:sldLayoutId id="2147483897" r:id="rId6"/>
    <p:sldLayoutId id="2147483898" r:id="rId7"/>
    <p:sldLayoutId id="2147483899" r:id="rId8"/>
    <p:sldLayoutId id="2147483900" r:id="rId9"/>
    <p:sldLayoutId id="2147483901" r:id="rId10"/>
    <p:sldLayoutId id="2147483902" r:id="rId11"/>
    <p:sldLayoutId id="2147483903" r:id="rId12"/>
    <p:sldLayoutId id="2147483948" r:id="rId13"/>
    <p:sldLayoutId id="2147483904" r:id="rId14"/>
    <p:sldLayoutId id="2147483905" r:id="rId15"/>
    <p:sldLayoutId id="2147483906" r:id="rId16"/>
    <p:sldLayoutId id="2147483907" r:id="rId17"/>
    <p:sldLayoutId id="2147483908" r:id="rId18"/>
    <p:sldLayoutId id="2147483951" r:id="rId19"/>
    <p:sldLayoutId id="2147483909" r:id="rId20"/>
    <p:sldLayoutId id="2147483910" r:id="rId21"/>
    <p:sldLayoutId id="2147483911" r:id="rId22"/>
    <p:sldLayoutId id="2147483912" r:id="rId23"/>
    <p:sldLayoutId id="2147483913" r:id="rId24"/>
    <p:sldLayoutId id="2147483914" r:id="rId25"/>
    <p:sldLayoutId id="2147483915" r:id="rId26"/>
    <p:sldLayoutId id="2147483916" r:id="rId27"/>
    <p:sldLayoutId id="2147483917" r:id="rId28"/>
    <p:sldLayoutId id="2147483918" r:id="rId29"/>
    <p:sldLayoutId id="2147483919" r:id="rId30"/>
    <p:sldLayoutId id="2147483920" r:id="rId31"/>
    <p:sldLayoutId id="2147483921" r:id="rId32"/>
    <p:sldLayoutId id="2147483922" r:id="rId33"/>
    <p:sldLayoutId id="2147483923" r:id="rId34"/>
    <p:sldLayoutId id="2147483924" r:id="rId35"/>
    <p:sldLayoutId id="2147483925" r:id="rId36"/>
    <p:sldLayoutId id="2147483926" r:id="rId37"/>
    <p:sldLayoutId id="2147483949" r:id="rId38"/>
    <p:sldLayoutId id="2147483950" r:id="rId39"/>
    <p:sldLayoutId id="2147483927" r:id="rId40"/>
    <p:sldLayoutId id="2147483928" r:id="rId41"/>
    <p:sldLayoutId id="2147483929" r:id="rId42"/>
    <p:sldLayoutId id="2147483931" r:id="rId43"/>
    <p:sldLayoutId id="2147483932" r:id="rId44"/>
    <p:sldLayoutId id="2147483952" r:id="rId45"/>
    <p:sldLayoutId id="2147483936" r:id="rId46"/>
    <p:sldLayoutId id="2147483937" r:id="rId47"/>
    <p:sldLayoutId id="2147483938" r:id="rId48"/>
    <p:sldLayoutId id="2147483939" r:id="rId49"/>
    <p:sldLayoutId id="2147483940" r:id="rId50"/>
    <p:sldLayoutId id="2147483941" r:id="rId51"/>
    <p:sldLayoutId id="2147483942" r:id="rId52"/>
    <p:sldLayoutId id="2147483943" r:id="rId53"/>
    <p:sldLayoutId id="2147483944" r:id="rId54"/>
    <p:sldLayoutId id="2147483945" r:id="rId55"/>
    <p:sldLayoutId id="2147483946" r:id="rId56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2400" b="1" i="0" kern="1200" cap="all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b="0" i="0" kern="1200" cap="none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b="0" i="0" kern="1200" cap="none" baseline="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b="0" i="0" kern="1200" cap="none" baseline="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b="0" i="0" kern="1200" cap="none" baseline="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b="0" i="0" kern="1200" cap="none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3" orient="horz" pos="2160" userDrawn="1">
          <p15:clr>
            <a:srgbClr val="F26B43"/>
          </p15:clr>
        </p15:guide>
        <p15:guide id="24" pos="3840" userDrawn="1">
          <p15:clr>
            <a:srgbClr val="F26B43"/>
          </p15:clr>
        </p15:guide>
        <p15:guide id="25" pos="7296" userDrawn="1">
          <p15:clr>
            <a:srgbClr val="F26B43"/>
          </p15:clr>
        </p15:guide>
        <p15:guide id="26" pos="384" userDrawn="1">
          <p15:clr>
            <a:srgbClr val="F26B43"/>
          </p15:clr>
        </p15:guide>
        <p15:guide id="27" orient="horz" pos="192" userDrawn="1">
          <p15:clr>
            <a:srgbClr val="F26B43"/>
          </p15:clr>
        </p15:guide>
        <p15:guide id="28" orient="horz" pos="3936" userDrawn="1">
          <p15:clr>
            <a:srgbClr val="F26B43"/>
          </p15:clr>
        </p15:guide>
        <p15:guide id="29" orient="horz" pos="384" userDrawn="1">
          <p15:clr>
            <a:srgbClr val="F26B43"/>
          </p15:clr>
        </p15:guide>
        <p15:guide id="30" orient="horz" pos="4128" userDrawn="1">
          <p15:clr>
            <a:srgbClr val="F26B43"/>
          </p15:clr>
        </p15:guide>
        <p15:guide id="31" orient="horz" pos="864" userDrawn="1">
          <p15:clr>
            <a:srgbClr val="F26B43"/>
          </p15:clr>
        </p15:guide>
        <p15:guide id="32" pos="6720" userDrawn="1">
          <p15:clr>
            <a:srgbClr val="F26B43"/>
          </p15:clr>
        </p15:guide>
        <p15:guide id="33" pos="6096" userDrawn="1">
          <p15:clr>
            <a:srgbClr val="F26B43"/>
          </p15:clr>
        </p15:guide>
        <p15:guide id="34" pos="960" userDrawn="1">
          <p15:clr>
            <a:srgbClr val="F26B43"/>
          </p15:clr>
        </p15:guide>
        <p15:guide id="35" pos="158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0E835F-BBCE-C802-8030-3C0AF48042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914400"/>
            <a:ext cx="10668000" cy="1142277"/>
          </a:xfrm>
        </p:spPr>
        <p:txBody>
          <a:bodyPr>
            <a:normAutofit/>
          </a:bodyPr>
          <a:lstStyle/>
          <a:p>
            <a:r>
              <a:rPr lang="en-US" dirty="0"/>
              <a:t>Hotel Booking Cancellation Prediction (Classification Project)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2EC147-F548-536E-19C5-8A1E720CFC66}"/>
              </a:ext>
            </a:extLst>
          </p:cNvPr>
          <p:cNvSpPr txBox="1"/>
          <p:nvPr/>
        </p:nvSpPr>
        <p:spPr>
          <a:xfrm>
            <a:off x="800100" y="2362200"/>
            <a:ext cx="102870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Goal: Predict whether a hotel booking will be canceled (</a:t>
            </a:r>
            <a:r>
              <a:rPr lang="en-US" dirty="0" err="1"/>
              <a:t>is_canceled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Type: Binary Classification Problem</a:t>
            </a:r>
          </a:p>
          <a:p>
            <a:endParaRPr lang="en-US" dirty="0"/>
          </a:p>
          <a:p>
            <a:r>
              <a:rPr lang="en-US" dirty="0"/>
              <a:t>Dataset: Hotel Booking Data</a:t>
            </a:r>
          </a:p>
          <a:p>
            <a:endParaRPr lang="en-US" dirty="0"/>
          </a:p>
          <a:p>
            <a:r>
              <a:rPr lang="en-US" dirty="0"/>
              <a:t>Approach: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 preprocessing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Train multiple ML models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Compare performance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Build ensemble models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49877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39CA1-95AF-D35E-B573-079D45FE3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762000"/>
            <a:ext cx="10972799" cy="735400"/>
          </a:xfrm>
        </p:spPr>
        <p:txBody>
          <a:bodyPr/>
          <a:lstStyle/>
          <a:p>
            <a:r>
              <a:rPr lang="en-US" dirty="0"/>
              <a:t>Models &amp; Approach</a:t>
            </a:r>
            <a:br>
              <a:rPr lang="en-US" dirty="0"/>
            </a:b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2D62B90-C086-5425-8C9F-C349EEB7575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34825" y="1720840"/>
            <a:ext cx="5356258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split: 70% Train / 15% Validation / 15% Test </a:t>
            </a:r>
            <a:endParaRPr lang="en-US" alt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Models used: 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Logistic Regression 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Decision Tree 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Random Forest 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XGBoost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(Gradient Boosting) 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KNN </a:t>
            </a:r>
            <a:endParaRPr lang="en-US" altLang="en-US" sz="1800" dirty="0">
              <a:latin typeface="Arial" panose="020B0604020202020204" pitchFamily="34" charset="0"/>
            </a:endParaRP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SVC </a:t>
            </a:r>
            <a:r>
              <a:rPr lang="en-US" altLang="en-US" sz="1800" dirty="0">
                <a:latin typeface="Arial" panose="020B0604020202020204" pitchFamily="34" charset="0"/>
              </a:rPr>
              <a:t>(simplified linear version)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8CA796-F903-FE2C-15F7-17AF487C1051}"/>
              </a:ext>
            </a:extLst>
          </p:cNvPr>
          <p:cNvSpPr txBox="1"/>
          <p:nvPr/>
        </p:nvSpPr>
        <p:spPr>
          <a:xfrm>
            <a:off x="7010400" y="2590800"/>
            <a:ext cx="4114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rial" panose="020B0604020202020204" pitchFamily="34" charset="0"/>
              </a:rPr>
              <a:t>Evaluation Metrics: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Accuracy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Precision 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Recall 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F1-score 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ROC-AUC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20995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B5494-91A6-6585-E99E-37BAEB40B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533400"/>
            <a:ext cx="10972799" cy="735400"/>
          </a:xfrm>
        </p:spPr>
        <p:txBody>
          <a:bodyPr/>
          <a:lstStyle/>
          <a:p>
            <a:r>
              <a:rPr lang="en-US" dirty="0"/>
              <a:t>Model Performance Summary</a:t>
            </a:r>
            <a:br>
              <a:rPr lang="en-US" dirty="0"/>
            </a:br>
            <a:endParaRPr lang="en-US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B8855AFF-2897-4936-460F-0A6C0F7BE12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62000" y="1600200"/>
            <a:ext cx="5867400" cy="42473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XGBoost</a:t>
            </a:r>
            <a:r>
              <a:rPr lang="en-US" altLang="en-US" sz="1800" b="1" dirty="0">
                <a:latin typeface="Arial" panose="020B0604020202020204" pitchFamily="34" charset="0"/>
              </a:rPr>
              <a:t>: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best overall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Highest F1-score and ROC-AUC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Strong balance between precision and recall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Consistent results (no overfitting)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Bayesian Ensemble: the best ensemble model</a:t>
            </a:r>
            <a:endParaRPr lang="en-US" alt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Slightly better than Voting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More stable predictions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Still slightly lower than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XGBoost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Voting Ensemble: solid performance</a:t>
            </a:r>
            <a:endParaRPr lang="en-US" alt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Improved over weaker models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Less effective than Bayesian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A69143-C29F-9C2F-41A3-D5A05FD7C207}"/>
              </a:ext>
            </a:extLst>
          </p:cNvPr>
          <p:cNvSpPr txBox="1"/>
          <p:nvPr/>
        </p:nvSpPr>
        <p:spPr>
          <a:xfrm>
            <a:off x="6248400" y="1600200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Decision Tree and KNN (top3 single model)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Balanced performance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Lower overall scores than </a:t>
            </a:r>
            <a:r>
              <a:rPr lang="en-US" dirty="0" err="1"/>
              <a:t>XGBoost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b="1" dirty="0"/>
              <a:t>SVC and Logistic Regression: the worst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Lower F1-score and ROC-AUC </a:t>
            </a:r>
          </a:p>
        </p:txBody>
      </p:sp>
    </p:spTree>
    <p:extLst>
      <p:ext uri="{BB962C8B-B14F-4D97-AF65-F5344CB8AC3E}">
        <p14:creationId xmlns:p14="http://schemas.microsoft.com/office/powerpoint/2010/main" val="32824946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25213-23C6-C0D9-833A-ED86BAF70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09600"/>
            <a:ext cx="10972799" cy="735400"/>
          </a:xfrm>
        </p:spPr>
        <p:txBody>
          <a:bodyPr/>
          <a:lstStyle/>
          <a:p>
            <a:r>
              <a:rPr lang="en-US" dirty="0"/>
              <a:t>Ensemble Models &amp; 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B8C3A0-6556-0E9D-F854-BB3537A971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76400"/>
            <a:ext cx="4191000" cy="37224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Top 3 Models: </a:t>
            </a:r>
          </a:p>
          <a:p>
            <a:pPr lvl="1"/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Decision Tree</a:t>
            </a: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KNN</a:t>
            </a:r>
          </a:p>
          <a:p>
            <a:pPr marL="0" indent="0">
              <a:buNone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Ensemble Models: </a:t>
            </a: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Bayesian (weighted average) </a:t>
            </a: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Voting Classifier </a:t>
            </a:r>
          </a:p>
          <a:p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B1C8EF-3C79-C128-6738-229D1FC00B88}"/>
              </a:ext>
            </a:extLst>
          </p:cNvPr>
          <p:cNvSpPr txBox="1"/>
          <p:nvPr/>
        </p:nvSpPr>
        <p:spPr>
          <a:xfrm>
            <a:off x="5715000" y="1669026"/>
            <a:ext cx="60960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Ensemble Results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Bayesian &gt; Voting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XGBoost</a:t>
            </a:r>
            <a:r>
              <a:rPr lang="en-US" dirty="0"/>
              <a:t> still best overall</a:t>
            </a:r>
          </a:p>
          <a:p>
            <a:endParaRPr lang="en-US" dirty="0"/>
          </a:p>
          <a:p>
            <a:r>
              <a:rPr lang="en-US" dirty="0"/>
              <a:t>Key Takeaway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Ensemble improves performance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Strong single model can still outperform ensemble</a:t>
            </a:r>
          </a:p>
        </p:txBody>
      </p:sp>
    </p:spTree>
    <p:extLst>
      <p:ext uri="{BB962C8B-B14F-4D97-AF65-F5344CB8AC3E}">
        <p14:creationId xmlns:p14="http://schemas.microsoft.com/office/powerpoint/2010/main" val="2576105415"/>
      </p:ext>
    </p:extLst>
  </p:cSld>
  <p:clrMapOvr>
    <a:masterClrMapping/>
  </p:clrMapOvr>
</p:sld>
</file>

<file path=ppt/theme/theme1.xml><?xml version="1.0" encoding="utf-8"?>
<a:theme xmlns:a="http://schemas.openxmlformats.org/drawingml/2006/main" name="Monochrome blac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ustom 77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nochrome black_5bea5add-6c97-4a41-a1fa-a039388976df_wac_v2" id="{9B2EB732-E258-47BC-8927-E73431036F1F}" vid="{31795664-2011-4E74-82BD-ADEEE70EBCA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239acab5-c9e1-4619-9f66-b8ad7702130e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14DB08896ACC14F9280D66B8F02D8DA" ma:contentTypeVersion="12" ma:contentTypeDescription="Create a new document." ma:contentTypeScope="" ma:versionID="14aea247394639edc13e2677b058af77">
  <xsd:schema xmlns:xsd="http://www.w3.org/2001/XMLSchema" xmlns:xs="http://www.w3.org/2001/XMLSchema" xmlns:p="http://schemas.microsoft.com/office/2006/metadata/properties" xmlns:ns3="239acab5-c9e1-4619-9f66-b8ad7702130e" xmlns:ns4="e711df67-f573-4694-b7c4-804619bd4016" targetNamespace="http://schemas.microsoft.com/office/2006/metadata/properties" ma:root="true" ma:fieldsID="ea07630897b3a409c5d95eaddd2763b4" ns3:_="" ns4:_="">
    <xsd:import namespace="239acab5-c9e1-4619-9f66-b8ad7702130e"/>
    <xsd:import namespace="e711df67-f573-4694-b7c4-804619bd4016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_activity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9acab5-c9e1-4619-9f66-b8ad7702130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11df67-f573-4694-b7c4-804619bd4016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9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8E339AF-67FC-4BA3-8B2E-038B3ED310D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B99ED26-B189-4BA1-99D0-1112D8C2F106}">
  <ds:schemaRefs>
    <ds:schemaRef ds:uri="e711df67-f573-4694-b7c4-804619bd4016"/>
    <ds:schemaRef ds:uri="http://purl.org/dc/elements/1.1/"/>
    <ds:schemaRef ds:uri="http://purl.org/dc/terms/"/>
    <ds:schemaRef ds:uri="239acab5-c9e1-4619-9f66-b8ad7702130e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http://schemas.microsoft.com/office/infopath/2007/PartnerControls"/>
    <ds:schemaRef ds:uri="http://schemas.microsoft.com/office/2006/metadata/properties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BFD0A339-B62A-4086-B2DE-5B9A3ABB658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39acab5-c9e1-4619-9f66-b8ad7702130e"/>
    <ds:schemaRef ds:uri="e711df67-f573-4694-b7c4-804619bd401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1a19d03a-48bc-4359-8038-5b5f6d5847c3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{C531D15F-48F9-4255-8EBA-021C5B4DD801}b1461aca-2317-43ae-b059-ba831cfc0fef-TF5bea5add-6c97-4a41-a1fa-a039388976df789966be_win32</Template>
  <TotalTime>688</TotalTime>
  <Words>252</Words>
  <Application>Microsoft Office PowerPoint</Application>
  <PresentationFormat>Widescreen</PresentationFormat>
  <Paragraphs>70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Neue Haas Grotesk Text Pro</vt:lpstr>
      <vt:lpstr>Monochrome black</vt:lpstr>
      <vt:lpstr>Hotel Booking Cancellation Prediction (Classification Project)</vt:lpstr>
      <vt:lpstr>Models &amp; Approach </vt:lpstr>
      <vt:lpstr>Model Performance Summary </vt:lpstr>
      <vt:lpstr>Ensemble Models &amp; 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cherluk.sumdin-W214145148</dc:creator>
  <cp:lastModifiedBy>cherluk.sumdin-W214145148</cp:lastModifiedBy>
  <cp:revision>5</cp:revision>
  <dcterms:created xsi:type="dcterms:W3CDTF">2026-05-04T19:24:03Z</dcterms:created>
  <dcterms:modified xsi:type="dcterms:W3CDTF">2026-05-06T03:35:29Z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0x010100114DB08896ACC14F9280D66B8F02D8DA</vt:lpwstr>
  </property>
  <property fmtid="{D5CDD505-2E9C-101B-9397-08002B2CF9AE}" pid="3" name="MediaServiceImageTags">
    <vt:lpwstr/>
  </property>
</Properties>
</file>